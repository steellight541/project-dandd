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342" r:id="rId5"/>
    <p:sldId id="359" r:id="rId6"/>
    <p:sldId id="373" r:id="rId7"/>
    <p:sldId id="377" r:id="rId8"/>
    <p:sldId id="365" r:id="rId9"/>
    <p:sldId id="376" r:id="rId10"/>
    <p:sldId id="379" r:id="rId11"/>
    <p:sldId id="372" r:id="rId12"/>
    <p:sldId id="37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8" d="100"/>
          <a:sy n="78" d="100"/>
        </p:scale>
        <p:origin x="87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1F2E8-7F67-3AD0-74F1-A96B881E9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FAC4C-46FC-3EC1-C7C7-8E3D841574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255EA7-FF46-EEB5-D7D8-F239FF43E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D23CE-6B00-7B00-4057-01DB473FD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06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068E5-C6DA-0787-AFB0-61217637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F0E96-47FE-CFA4-D0C5-97C392289D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BCE819-B525-1097-9489-C924E89EA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94C84-8CAD-35EA-83B3-C6960FC96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929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4799"/>
            <a:ext cx="12191998" cy="3215641"/>
          </a:xfrm>
        </p:spPr>
        <p:txBody>
          <a:bodyPr anchor="b"/>
          <a:lstStyle/>
          <a:p>
            <a:r>
              <a:rPr lang="en-US" dirty="0"/>
              <a:t>Edge-ai</a:t>
            </a:r>
          </a:p>
        </p:txBody>
      </p:sp>
      <p:sp>
        <p:nvSpPr>
          <p:cNvPr id="9" name="Subtitle 3">
            <a:extLst>
              <a:ext uri="{FF2B5EF4-FFF2-40B4-BE49-F238E27FC236}">
                <a16:creationId xmlns:a16="http://schemas.microsoft.com/office/drawing/2014/main" id="{2981AB9E-AF0F-CAD0-2DD2-D640FB871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" y="3670628"/>
            <a:ext cx="12191997" cy="2577772"/>
          </a:xfrm>
        </p:spPr>
        <p:txBody>
          <a:bodyPr/>
          <a:lstStyle/>
          <a:p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Project?</a:t>
            </a:r>
          </a:p>
          <a:p>
            <a:r>
              <a:rPr lang="en-US" dirty="0"/>
              <a:t>Rag</a:t>
            </a:r>
          </a:p>
          <a:p>
            <a:r>
              <a:rPr lang="en-US" dirty="0" err="1"/>
              <a:t>Lightrag</a:t>
            </a:r>
            <a:endParaRPr lang="en-US" dirty="0"/>
          </a:p>
          <a:p>
            <a:r>
              <a:rPr lang="en-US" dirty="0"/>
              <a:t>Demo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7F7C5-CBA2-9823-0CBA-5BD77399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869" y="579120"/>
            <a:ext cx="11548261" cy="2733306"/>
          </a:xfrm>
        </p:spPr>
        <p:txBody>
          <a:bodyPr/>
          <a:lstStyle/>
          <a:p>
            <a:r>
              <a:rPr lang="en-US" dirty="0"/>
              <a:t>The Power of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3484615"/>
            <a:ext cx="11562303" cy="2387865"/>
          </a:xfrm>
        </p:spPr>
        <p:txBody>
          <a:bodyPr/>
          <a:lstStyle/>
          <a:p>
            <a:r>
              <a:rPr lang="en-US" dirty="0"/>
              <a:t>Rag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Rag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26" name="Picture 2" descr="LLM letter technology logo design on white background. LLM creative ...">
            <a:extLst>
              <a:ext uri="{FF2B5EF4-FFF2-40B4-BE49-F238E27FC236}">
                <a16:creationId xmlns:a16="http://schemas.microsoft.com/office/drawing/2014/main" id="{DA69AA2B-269F-F9F2-8BE6-D08C7F182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947" y="2351260"/>
            <a:ext cx="3281624" cy="3281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yellow folder with a white edge&#10;&#10;AI-generated content may be incorrect.">
            <a:extLst>
              <a:ext uri="{FF2B5EF4-FFF2-40B4-BE49-F238E27FC236}">
                <a16:creationId xmlns:a16="http://schemas.microsoft.com/office/drawing/2014/main" id="{DB243012-32FD-4B16-617D-3A6E1C4E64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50" y="2250791"/>
            <a:ext cx="4152014" cy="325068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435D0DE-E98E-4FD3-A4F7-5EE741B41D21}"/>
              </a:ext>
            </a:extLst>
          </p:cNvPr>
          <p:cNvCxnSpPr>
            <a:cxnSpLocks/>
            <a:stCxn id="1026" idx="1"/>
          </p:cNvCxnSpPr>
          <p:nvPr/>
        </p:nvCxnSpPr>
        <p:spPr>
          <a:xfrm flipH="1">
            <a:off x="5104564" y="3992072"/>
            <a:ext cx="212638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FD6A3FE-1BF6-4C1A-0553-EBD497A6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/>
          <a:p>
            <a:r>
              <a:rPr lang="en-US" dirty="0" err="1"/>
              <a:t>Lightrag</a:t>
            </a:r>
            <a:endParaRPr lang="en-US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5774B0-D971-67D7-27EB-FDB82B3A5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448" y="3962135"/>
            <a:ext cx="6327105" cy="2653771"/>
          </a:xfrm>
        </p:spPr>
        <p:txBody>
          <a:bodyPr/>
          <a:lstStyle/>
          <a:p>
            <a:r>
              <a:rPr lang="en-US" dirty="0"/>
              <a:t>Python module to do searches</a:t>
            </a:r>
          </a:p>
        </p:txBody>
      </p:sp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dirty="0" err="1"/>
              <a:t>lightrag</a:t>
            </a:r>
            <a:endParaRPr lang="en-US" dirty="0"/>
          </a:p>
        </p:txBody>
      </p:sp>
      <p:pic>
        <p:nvPicPr>
          <p:cNvPr id="2054" name="Picture 6" descr="LightRAG Diagram">
            <a:extLst>
              <a:ext uri="{FF2B5EF4-FFF2-40B4-BE49-F238E27FC236}">
                <a16:creationId xmlns:a16="http://schemas.microsoft.com/office/drawing/2014/main" id="{8A83492E-8D8E-D9C2-8042-AE8499170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64" r="19657" b="-1"/>
          <a:stretch>
            <a:fillRect/>
          </a:stretch>
        </p:blipFill>
        <p:spPr bwMode="auto">
          <a:xfrm>
            <a:off x="814302" y="2465535"/>
            <a:ext cx="7303538" cy="342726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2050" name="Picture 2" descr="LightRAG Logo">
            <a:extLst>
              <a:ext uri="{FF2B5EF4-FFF2-40B4-BE49-F238E27FC236}">
                <a16:creationId xmlns:a16="http://schemas.microsoft.com/office/drawing/2014/main" id="{F7513252-78FF-E774-1728-762D51976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60" r="7291" b="5"/>
          <a:stretch>
            <a:fillRect/>
          </a:stretch>
        </p:blipFill>
        <p:spPr bwMode="auto">
          <a:xfrm>
            <a:off x="8392160" y="2465388"/>
            <a:ext cx="2856865" cy="34274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71CE0-4178-69B1-E32F-E8ADE505B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6387-4E94-9CD1-759B-3BD530C63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562" y="433906"/>
            <a:ext cx="10515601" cy="1327464"/>
          </a:xfrm>
        </p:spPr>
        <p:txBody>
          <a:bodyPr anchor="b">
            <a:normAutofit/>
          </a:bodyPr>
          <a:lstStyle/>
          <a:p>
            <a:r>
              <a:rPr lang="en-US" dirty="0" err="1"/>
              <a:t>shema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C16BDA-AF13-F4B9-66B9-23DED7D7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E024F78-56A6-7740-B68D-8D4D026EDF3F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E4720AF-0C84-E8C1-2A12-5F01916DE774}"/>
              </a:ext>
            </a:extLst>
          </p:cNvPr>
          <p:cNvSpPr/>
          <p:nvPr/>
        </p:nvSpPr>
        <p:spPr>
          <a:xfrm>
            <a:off x="884903" y="2271252"/>
            <a:ext cx="3569110" cy="43200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Docker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 err="1">
                <a:solidFill>
                  <a:schemeClr val="accent6">
                    <a:lumMod val="75000"/>
                  </a:schemeClr>
                </a:solidFill>
              </a:rPr>
              <a:t>ragifyer</a:t>
            </a:r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B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6C2D67A-9BC1-53FD-D2EE-ADCBB7ADF006}"/>
              </a:ext>
            </a:extLst>
          </p:cNvPr>
          <p:cNvSpPr/>
          <p:nvPr/>
        </p:nvSpPr>
        <p:spPr>
          <a:xfrm>
            <a:off x="7585587" y="2271251"/>
            <a:ext cx="3569110" cy="43200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Docker</a:t>
            </a: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GB" dirty="0">
                <a:solidFill>
                  <a:schemeClr val="accent6">
                    <a:lumMod val="75000"/>
                  </a:schemeClr>
                </a:solidFill>
              </a:rPr>
              <a:t>frontend</a:t>
            </a: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endParaRPr lang="en-GB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Picture 5" descr="A yellow folder with a white edge&#10;&#10;AI-generated content may be incorrect.">
            <a:extLst>
              <a:ext uri="{FF2B5EF4-FFF2-40B4-BE49-F238E27FC236}">
                <a16:creationId xmlns:a16="http://schemas.microsoft.com/office/drawing/2014/main" id="{92F6E35E-DB67-35C5-1EC4-47A9AAE88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791" y="3357871"/>
            <a:ext cx="2361142" cy="184857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C2F356-81C4-C739-B8B1-58DBE909191F}"/>
              </a:ext>
            </a:extLst>
          </p:cNvPr>
          <p:cNvCxnSpPr>
            <a:stCxn id="3" idx="3"/>
            <a:endCxn id="6" idx="1"/>
          </p:cNvCxnSpPr>
          <p:nvPr/>
        </p:nvCxnSpPr>
        <p:spPr>
          <a:xfrm flipV="1">
            <a:off x="4454013" y="4282160"/>
            <a:ext cx="356778" cy="1491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C7844E-E498-F324-0E34-CF7B07B4F752}"/>
              </a:ext>
            </a:extLst>
          </p:cNvPr>
          <p:cNvCxnSpPr>
            <a:stCxn id="4" idx="1"/>
            <a:endCxn id="6" idx="3"/>
          </p:cNvCxnSpPr>
          <p:nvPr/>
        </p:nvCxnSpPr>
        <p:spPr>
          <a:xfrm flipH="1" flipV="1">
            <a:off x="7171933" y="4282160"/>
            <a:ext cx="413654" cy="1491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4A4A6BC-5F59-AA19-2F57-87084FA4726D}"/>
              </a:ext>
            </a:extLst>
          </p:cNvPr>
          <p:cNvSpPr txBox="1"/>
          <p:nvPr/>
        </p:nvSpPr>
        <p:spPr>
          <a:xfrm>
            <a:off x="5363593" y="4097494"/>
            <a:ext cx="1343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rag storage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77403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BESLUIT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ED5F-3E54-D66E-C9C7-B5B1DDA46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51F67AF3-3556-4C01-29A1-6678B9CFF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5" name="Picture 4" descr="A cartoon of a person sitting at a desk with a computer&#10;&#10;AI-generated content may be incorrect.">
            <a:extLst>
              <a:ext uri="{FF2B5EF4-FFF2-40B4-BE49-F238E27FC236}">
                <a16:creationId xmlns:a16="http://schemas.microsoft.com/office/drawing/2014/main" id="{48E0AEEC-774A-627F-BC83-AC27D031D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4909" y="1965080"/>
            <a:ext cx="6383387" cy="3590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8835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84611b9-ac4e-4558-a7c2-3abf22aec3a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E0FA097FFED744ABBAB458613805EBF" ma:contentTypeVersion="9" ma:contentTypeDescription="Een nieuw document maken." ma:contentTypeScope="" ma:versionID="e60539385db5dd30dda5ded6263713d2">
  <xsd:schema xmlns:xsd="http://www.w3.org/2001/XMLSchema" xmlns:xs="http://www.w3.org/2001/XMLSchema" xmlns:p="http://schemas.microsoft.com/office/2006/metadata/properties" xmlns:ns3="884611b9-ac4e-4558-a7c2-3abf22aec3a3" xmlns:ns4="282c7d52-6358-44f0-9602-15a4a4ff844f" targetNamespace="http://schemas.microsoft.com/office/2006/metadata/properties" ma:root="true" ma:fieldsID="7e53988349211a6c538efcd21d32312e" ns3:_="" ns4:_="">
    <xsd:import namespace="884611b9-ac4e-4558-a7c2-3abf22aec3a3"/>
    <xsd:import namespace="282c7d52-6358-44f0-9602-15a4a4ff844f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4611b9-ac4e-4558-a7c2-3abf22aec3a3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2c7d52-6358-44f0-9602-15a4a4ff844f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305301E-11B3-4B9D-A588-21F3C9809371}">
  <ds:schemaRefs>
    <ds:schemaRef ds:uri="http://purl.org/dc/elements/1.1/"/>
    <ds:schemaRef ds:uri="http://schemas.microsoft.com/office/2006/documentManagement/types"/>
    <ds:schemaRef ds:uri="http://www.w3.org/XML/1998/namespace"/>
    <ds:schemaRef ds:uri="http://purl.org/dc/terms/"/>
    <ds:schemaRef ds:uri="282c7d52-6358-44f0-9602-15a4a4ff844f"/>
    <ds:schemaRef ds:uri="http://schemas.microsoft.com/office/infopath/2007/PartnerControls"/>
    <ds:schemaRef ds:uri="http://schemas.openxmlformats.org/package/2006/metadata/core-properties"/>
    <ds:schemaRef ds:uri="884611b9-ac4e-4558-a7c2-3abf22aec3a3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065F87F-3373-47E4-A2FD-BA6F0422A2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4611b9-ac4e-4558-a7c2-3abf22aec3a3"/>
    <ds:schemaRef ds:uri="282c7d52-6358-44f0-9602-15a4a4ff844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{2BC1B16A-888E-423F-84CC-B9A48D4C7C28}TFe8699e8e-689b-4d7e-abcf-e888fd749829db3118dc_win32-d573b439b56f</Template>
  <TotalTime>63</TotalTime>
  <Words>43</Words>
  <Application>Microsoft Office PowerPoint</Application>
  <PresentationFormat>Widescreen</PresentationFormat>
  <Paragraphs>54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Nova</vt:lpstr>
      <vt:lpstr>Biome</vt:lpstr>
      <vt:lpstr>Calibri</vt:lpstr>
      <vt:lpstr>Custom</vt:lpstr>
      <vt:lpstr>Edge-ai</vt:lpstr>
      <vt:lpstr>Agenda</vt:lpstr>
      <vt:lpstr>The Power of</vt:lpstr>
      <vt:lpstr>Rag</vt:lpstr>
      <vt:lpstr>Lightrag</vt:lpstr>
      <vt:lpstr>lightrag</vt:lpstr>
      <vt:lpstr>shema</vt:lpstr>
      <vt:lpstr>BESLUIT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Nigel Belderbos</dc:creator>
  <cp:lastModifiedBy>Nigel Belderbos</cp:lastModifiedBy>
  <cp:revision>1</cp:revision>
  <dcterms:created xsi:type="dcterms:W3CDTF">2025-12-17T09:40:34Z</dcterms:created>
  <dcterms:modified xsi:type="dcterms:W3CDTF">2025-12-17T10:59:02Z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0x0101004E0FA097FFED744ABBAB458613805EBF</vt:lpwstr>
  </property>
</Properties>
</file>